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SOC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Intrusion Detection System using ML +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Cyber attacks are increasing, need real-time detection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malicious URLs and simulate SOC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+ Backend + ML Model + JSON 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Login, Register, Dashboard, Scan,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URL feature extraction + 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Threat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Simulated real-time attack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 global traffic visualization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Hosted on Render cloud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 simulation helps understand cybersecurity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